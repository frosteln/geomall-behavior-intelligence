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OCR Options for Vietnamese Banking Documents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Technology comparison for batch OCR (~176k pages/month workload)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case:</a:t>
            </a:r>
          </a:p>
          <a:p>
            <a:r>
              <a:t>- Banking documents in Vietnamese</a:t>
            </a:r>
          </a:p>
          <a:p>
            <a:r>
              <a:t>- Batch upload: ~20 PDFs × 40 pages</a:t>
            </a:r>
          </a:p>
          <a:p>
            <a:r>
              <a:t>- Up to 10 batches in the morning</a:t>
            </a:r>
          </a:p>
          <a:p>
            <a:r>
              <a:t>- OCR converts scanned PDFs into structured Excel data</a:t>
            </a:r>
          </a:p>
          <a:p/>
          <a:p>
            <a:r>
              <a:t>Goal:</a:t>
            </a:r>
          </a:p>
          <a:p>
            <a:r>
              <a:t>- One OCR pipeline supporting multiple document layouts</a:t>
            </a:r>
          </a:p>
          <a:p>
            <a:r>
              <a:t>- Always-on batch processing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Options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Tesseract (baseline open-source OCR)</a:t>
            </a:r>
          </a:p>
          <a:p>
            <a:r>
              <a:t>2. Claude Haiku 4.5 API (Vision LLM)</a:t>
            </a:r>
          </a:p>
          <a:p>
            <a:r>
              <a:t>3. Hunyuan OCR (Tencent OCR VLM self-host)</a:t>
            </a:r>
          </a:p>
          <a:p>
            <a:r>
              <a:t>4. Qwen3‑VL 4B / 8B self-host</a:t>
            </a:r>
          </a:p>
          <a:p>
            <a:r>
              <a:t>5. Databricks AI Parse (document parsing service)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Side-by-Side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Tesseract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Infra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OCR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Claude Haiku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Fastest implementation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Hunyuan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GPU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OCR specialization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Qwen3-VL 4B/8B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Self-host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GPU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Flexible multimodal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Databricks Parse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Per-page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 if using Databricks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Estimated Monthly Cost Comparison</a:t>
            </a:r>
          </a:p>
        </p:txBody>
      </p:sp>
      <p:pic>
        <p:nvPicPr>
          <p:cNvPr id="3" name="Picture 2" descr="ocr_cost_char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OCR Processing Speed</a:t>
            </a:r>
          </a:p>
        </p:txBody>
      </p:sp>
      <p:pic>
        <p:nvPicPr>
          <p:cNvPr id="3" name="Picture 2" descr="ocr_speed_char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approach:</a:t>
            </a:r>
          </a:p>
          <a:p>
            <a:r>
              <a:t>1. Start with Claude Haiku 4.5 API for fastest production deployment</a:t>
            </a:r>
          </a:p>
          <a:p>
            <a:r>
              <a:t>2. Run parallel POC with Hunyuan OCR for self-host cost control</a:t>
            </a:r>
          </a:p>
          <a:p>
            <a:r>
              <a:t>3. Consider Databricks AI Parse if pipeline already runs inside Databricks</a:t>
            </a:r>
          </a:p>
          <a:p/>
          <a:p>
            <a:r>
              <a:t>Tesseract remains baseline for comparison.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